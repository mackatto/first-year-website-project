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5A2C9-7B95-BE48-8076-04A2BB9DA0BD}" v="1281" dt="2024-11-26T18:45:33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2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a Bharat Lad" userId="9805e37b-14b9-48fd-9cef-0003a326bc5a" providerId="ADAL" clId="{D1C5A2C9-7B95-BE48-8076-04A2BB9DA0BD}"/>
    <pc:docChg chg="undo custSel modSld modMainMaster">
      <pc:chgData name="Pia Bharat Lad" userId="9805e37b-14b9-48fd-9cef-0003a326bc5a" providerId="ADAL" clId="{D1C5A2C9-7B95-BE48-8076-04A2BB9DA0BD}" dt="2024-11-26T18:45:36.640" v="1593" actId="14100"/>
      <pc:docMkLst>
        <pc:docMk/>
      </pc:docMkLst>
      <pc:sldChg chg="addSp delSp modSp mod setBg modAnim">
        <pc:chgData name="Pia Bharat Lad" userId="9805e37b-14b9-48fd-9cef-0003a326bc5a" providerId="ADAL" clId="{D1C5A2C9-7B95-BE48-8076-04A2BB9DA0BD}" dt="2024-11-26T18:45:36.640" v="1593" actId="14100"/>
        <pc:sldMkLst>
          <pc:docMk/>
          <pc:sldMk cId="2440733126" sldId="256"/>
        </pc:sldMkLst>
        <pc:spChg chg="add mod">
          <ac:chgData name="Pia Bharat Lad" userId="9805e37b-14b9-48fd-9cef-0003a326bc5a" providerId="ADAL" clId="{D1C5A2C9-7B95-BE48-8076-04A2BB9DA0BD}" dt="2024-11-26T17:22:57.744" v="1383" actId="1076"/>
          <ac:spMkLst>
            <pc:docMk/>
            <pc:sldMk cId="2440733126" sldId="256"/>
            <ac:spMk id="6" creationId="{578BA94B-B797-F62E-7CAF-BB4F2727F089}"/>
          </ac:spMkLst>
        </pc:spChg>
        <pc:spChg chg="add mod">
          <ac:chgData name="Pia Bharat Lad" userId="9805e37b-14b9-48fd-9cef-0003a326bc5a" providerId="ADAL" clId="{D1C5A2C9-7B95-BE48-8076-04A2BB9DA0BD}" dt="2024-11-26T18:45:36.640" v="1593" actId="14100"/>
          <ac:spMkLst>
            <pc:docMk/>
            <pc:sldMk cId="2440733126" sldId="256"/>
            <ac:spMk id="8" creationId="{E2E4A926-2F16-0552-7F1D-9361DCC165F5}"/>
          </ac:spMkLst>
        </pc:spChg>
        <pc:spChg chg="mod">
          <ac:chgData name="Pia Bharat Lad" userId="9805e37b-14b9-48fd-9cef-0003a326bc5a" providerId="ADAL" clId="{D1C5A2C9-7B95-BE48-8076-04A2BB9DA0BD}" dt="2024-11-26T18:36:46.859" v="1450" actId="1076"/>
          <ac:spMkLst>
            <pc:docMk/>
            <pc:sldMk cId="2440733126" sldId="256"/>
            <ac:spMk id="10" creationId="{A6C755DA-1858-A6BF-7087-E2EE23D5B82D}"/>
          </ac:spMkLst>
        </pc:spChg>
        <pc:spChg chg="add del mod">
          <ac:chgData name="Pia Bharat Lad" userId="9805e37b-14b9-48fd-9cef-0003a326bc5a" providerId="ADAL" clId="{D1C5A2C9-7B95-BE48-8076-04A2BB9DA0BD}" dt="2024-11-26T01:04:04.803" v="938"/>
          <ac:spMkLst>
            <pc:docMk/>
            <pc:sldMk cId="2440733126" sldId="256"/>
            <ac:spMk id="12" creationId="{211A5B8E-CCBD-0C2B-0954-D468FF24C8CB}"/>
          </ac:spMkLst>
        </pc:spChg>
        <pc:spChg chg="add mod">
          <ac:chgData name="Pia Bharat Lad" userId="9805e37b-14b9-48fd-9cef-0003a326bc5a" providerId="ADAL" clId="{D1C5A2C9-7B95-BE48-8076-04A2BB9DA0BD}" dt="2024-11-26T17:04:13.348" v="1112" actId="171"/>
          <ac:spMkLst>
            <pc:docMk/>
            <pc:sldMk cId="2440733126" sldId="256"/>
            <ac:spMk id="13" creationId="{D379AADC-CD0A-5DAF-9766-576977484BBE}"/>
          </ac:spMkLst>
        </pc:spChg>
        <pc:spChg chg="add mod">
          <ac:chgData name="Pia Bharat Lad" userId="9805e37b-14b9-48fd-9cef-0003a326bc5a" providerId="ADAL" clId="{D1C5A2C9-7B95-BE48-8076-04A2BB9DA0BD}" dt="2024-11-26T18:38:17.902" v="1474" actId="20577"/>
          <ac:spMkLst>
            <pc:docMk/>
            <pc:sldMk cId="2440733126" sldId="256"/>
            <ac:spMk id="14" creationId="{6196F0E5-C27D-D468-E3B4-8C404F449499}"/>
          </ac:spMkLst>
        </pc:spChg>
        <pc:spChg chg="add del mod">
          <ac:chgData name="Pia Bharat Lad" userId="9805e37b-14b9-48fd-9cef-0003a326bc5a" providerId="ADAL" clId="{D1C5A2C9-7B95-BE48-8076-04A2BB9DA0BD}" dt="2024-11-26T17:09:23.229" v="1319" actId="478"/>
          <ac:spMkLst>
            <pc:docMk/>
            <pc:sldMk cId="2440733126" sldId="256"/>
            <ac:spMk id="15" creationId="{F24E8257-95A8-B0C7-13AE-F4DBC5678931}"/>
          </ac:spMkLst>
        </pc:spChg>
        <pc:picChg chg="add del mod">
          <ac:chgData name="Pia Bharat Lad" userId="9805e37b-14b9-48fd-9cef-0003a326bc5a" providerId="ADAL" clId="{D1C5A2C9-7B95-BE48-8076-04A2BB9DA0BD}" dt="2024-11-25T23:33:26.699" v="24" actId="478"/>
          <ac:picMkLst>
            <pc:docMk/>
            <pc:sldMk cId="2440733126" sldId="256"/>
            <ac:picMk id="3" creationId="{1B9EEE5D-FCBE-61F7-9BFE-F62B8E148993}"/>
          </ac:picMkLst>
        </pc:picChg>
        <pc:picChg chg="add mod">
          <ac:chgData name="Pia Bharat Lad" userId="9805e37b-14b9-48fd-9cef-0003a326bc5a" providerId="ADAL" clId="{D1C5A2C9-7B95-BE48-8076-04A2BB9DA0BD}" dt="2024-11-26T18:37:55.645" v="1465" actId="1076"/>
          <ac:picMkLst>
            <pc:docMk/>
            <pc:sldMk cId="2440733126" sldId="256"/>
            <ac:picMk id="4" creationId="{8862791E-BA94-0209-6E7D-2EAAC179B3E3}"/>
          </ac:picMkLst>
        </pc:picChg>
        <pc:picChg chg="del">
          <ac:chgData name="Pia Bharat Lad" userId="9805e37b-14b9-48fd-9cef-0003a326bc5a" providerId="ADAL" clId="{D1C5A2C9-7B95-BE48-8076-04A2BB9DA0BD}" dt="2024-11-25T23:32:21.826" v="0" actId="478"/>
          <ac:picMkLst>
            <pc:docMk/>
            <pc:sldMk cId="2440733126" sldId="256"/>
            <ac:picMk id="5" creationId="{D7BB36D9-A057-C249-01D8-5D6F04261AC2}"/>
          </ac:picMkLst>
        </pc:picChg>
        <pc:picChg chg="mod">
          <ac:chgData name="Pia Bharat Lad" userId="9805e37b-14b9-48fd-9cef-0003a326bc5a" providerId="ADAL" clId="{D1C5A2C9-7B95-BE48-8076-04A2BB9DA0BD}" dt="2024-11-26T18:36:52.809" v="1451" actId="1076"/>
          <ac:picMkLst>
            <pc:docMk/>
            <pc:sldMk cId="2440733126" sldId="256"/>
            <ac:picMk id="7" creationId="{5D5AE24E-A41F-662A-C629-353D385CC454}"/>
          </ac:picMkLst>
        </pc:picChg>
        <pc:picChg chg="mod">
          <ac:chgData name="Pia Bharat Lad" userId="9805e37b-14b9-48fd-9cef-0003a326bc5a" providerId="ADAL" clId="{D1C5A2C9-7B95-BE48-8076-04A2BB9DA0BD}" dt="2024-11-26T01:01:02.056" v="923" actId="1076"/>
          <ac:picMkLst>
            <pc:docMk/>
            <pc:sldMk cId="2440733126" sldId="256"/>
            <ac:picMk id="9" creationId="{83B0BAAB-B86A-4913-D218-DE1D6390DB58}"/>
          </ac:picMkLst>
        </pc:picChg>
        <pc:picChg chg="del mod">
          <ac:chgData name="Pia Bharat Lad" userId="9805e37b-14b9-48fd-9cef-0003a326bc5a" providerId="ADAL" clId="{D1C5A2C9-7B95-BE48-8076-04A2BB9DA0BD}" dt="2024-11-25T23:32:22.638" v="2" actId="478"/>
          <ac:picMkLst>
            <pc:docMk/>
            <pc:sldMk cId="2440733126" sldId="256"/>
            <ac:picMk id="11" creationId="{02A8115A-DC29-1874-0C0E-33B9344D5B24}"/>
          </ac:picMkLst>
        </pc:picChg>
      </pc:sldChg>
      <pc:sldMasterChg chg="modSp">
        <pc:chgData name="Pia Bharat Lad" userId="9805e37b-14b9-48fd-9cef-0003a326bc5a" providerId="ADAL" clId="{D1C5A2C9-7B95-BE48-8076-04A2BB9DA0BD}" dt="2024-11-26T01:05:34.356" v="955"/>
        <pc:sldMasterMkLst>
          <pc:docMk/>
          <pc:sldMasterMk cId="2877587494" sldId="2147483648"/>
        </pc:sldMasterMkLst>
        <pc:spChg chg="mod">
          <ac:chgData name="Pia Bharat Lad" userId="9805e37b-14b9-48fd-9cef-0003a326bc5a" providerId="ADAL" clId="{D1C5A2C9-7B95-BE48-8076-04A2BB9DA0BD}" dt="2024-11-26T01:05:34.356" v="955"/>
          <ac:spMkLst>
            <pc:docMk/>
            <pc:sldMasterMk cId="2877587494" sldId="2147483648"/>
            <ac:spMk id="2" creationId="{999801B8-5774-6524-F4D8-B4108867C4EB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62BA-5329-BAC3-8DBB-EC83823C6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F2A2A-B194-25AF-D458-4EEF6C14F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F8638-F9C8-A67F-AC89-ADC941E8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F76FD-B52A-1564-A753-43D13E92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038E6-B61F-D77A-B1E5-B8405005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4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B3D9-5101-0E36-4B64-9AE5C183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3ACB-D651-884A-5B82-C4750BBAB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CD90-16F8-872F-3157-58D322B5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8D185-9C77-FD37-92A4-F4AF55EC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7020-9FEE-B84E-66F8-CDE5FC34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7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3610-9AFE-E9C5-4473-1725FF88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3AF59-34D5-D3D2-BAFF-14FD45E76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ECB4-F78F-3726-F4FD-6B75E216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66B19-142A-423A-5006-C80B8ED2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8D2C-6503-F91B-AB84-6D8DD0DA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2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3CFC-3F15-0B7F-E5CF-C64B37C3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7B758-D3B7-E5B1-80F4-ED0DDFB05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083EF-6F3F-5379-4E9A-41C6B4601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84065-0F9A-2D55-5910-6122863F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24799-87A9-4CF8-93CB-9854743B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81E2C-94B6-E659-3C6B-D5470DB9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3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1217-4649-8B73-1384-DCBB4281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401EB-2DB4-ED33-4F69-B015B3881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26356-1574-7CD1-1F3E-22215DD58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CD6B8-46DD-EADF-0428-E80C2E174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BD65F-9D24-27A5-ECBC-DE2EA073F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20D27-1512-DD62-89A2-03A1503B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ED6218-D706-66FE-FB14-F586B223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B1C32-54B3-ECB0-33C9-825A0520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8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AD5-21BC-3CF7-42A8-2E2CA593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CA52C-C977-60CB-AABA-2002B35B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2F666-26B8-7BBD-8D68-A8230AC5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0D301-D0DD-EBE5-493D-09F2F3A4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0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8B2EC-AF29-7F9C-8EB3-419BE179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76807-42CE-C579-0FE8-9D184B1C0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46216-8AE8-1CAF-386D-070E8078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B524-D86E-3681-C587-9DF29559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9772-E530-7D21-29A8-F4CDE2EE5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54ED-FAD2-4308-9C9D-DAA887B2D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0CF05-4182-8F7A-766B-0462DF33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DCE6F-B527-990E-22E6-044346BD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97158-C290-3A8E-D031-C20B8351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3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90B4-B9DE-528E-EA95-3866A8E5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5D849-AFE4-9C6C-DF47-CEA65D37A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A1730-1FF5-288F-F445-90C451218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EE2AB-38E7-7A51-93BA-3350E41C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0A3F0-8957-BF63-6A75-B7C7712F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CD9A1-A47D-2C0C-510A-A5AAC125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1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E2E2-0EE9-7522-5BDC-7FECB4B9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B9419-AF2B-B774-3794-ADAA1439D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C994-2D52-DDEE-FD07-53F36FA6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0F208-D0E1-1D46-B35F-D05EA1B6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AF3F5-0BB2-56F2-DA1E-D592FF71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3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AC259C-D1F8-B4F1-D554-689189E5B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6371D-902A-CB4A-6E8F-D1CD69398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8849E-AE1C-CB78-08DC-8CE46767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5A5DF-3ADA-F246-B829-91919D3F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23B15-6D35-1210-ABA2-4ED5B268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0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9801B8-5774-6524-F4D8-B4108867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6672A-87F2-9BCF-BFDC-B02DDEBE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AD8D-76C1-DE78-55A5-72754A49B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B9673-631E-FD46-B192-BED7E6472D56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3A27-BDEE-7C9C-5306-012191752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E8F49-986A-A898-083D-0211A2B64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3609D-17D6-C04F-BE97-A84D92FC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8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Book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dboard box with a square top&#10;&#10;Description automatically generated">
            <a:extLst>
              <a:ext uri="{FF2B5EF4-FFF2-40B4-BE49-F238E27FC236}">
                <a16:creationId xmlns:a16="http://schemas.microsoft.com/office/drawing/2014/main" id="{8862791E-BA94-0209-6E7D-2EAAC179B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93237" y="-2678193"/>
            <a:ext cx="12016047" cy="11903397"/>
          </a:xfrm>
          <a:prstGeom prst="rect">
            <a:avLst/>
          </a:prstGeom>
        </p:spPr>
      </p:pic>
      <p:pic>
        <p:nvPicPr>
          <p:cNvPr id="7" name="Picture 6" descr="A black and white cat with green eyes&#10;&#10;Description automatically generated">
            <a:extLst>
              <a:ext uri="{FF2B5EF4-FFF2-40B4-BE49-F238E27FC236}">
                <a16:creationId xmlns:a16="http://schemas.microsoft.com/office/drawing/2014/main" id="{5D5AE24E-A41F-662A-C629-353D385CC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76" y="1696572"/>
            <a:ext cx="7772400" cy="5161359"/>
          </a:xfrm>
          <a:prstGeom prst="rect">
            <a:avLst/>
          </a:prstGeom>
        </p:spPr>
      </p:pic>
      <p:pic>
        <p:nvPicPr>
          <p:cNvPr id="9" name="Picture 8" descr="A barrel with a yellow and green substance&#10;&#10;Description automatically generated">
            <a:extLst>
              <a:ext uri="{FF2B5EF4-FFF2-40B4-BE49-F238E27FC236}">
                <a16:creationId xmlns:a16="http://schemas.microsoft.com/office/drawing/2014/main" id="{83B0BAAB-B86A-4913-D218-DE1D6390D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75" b="94141" l="8073" r="92448">
                        <a14:foregroundMark x1="46615" y1="55469" x2="46615" y2="55469"/>
                        <a14:foregroundMark x1="45313" y1="36094" x2="45313" y2="36094"/>
                        <a14:foregroundMark x1="42188" y1="32266" x2="45313" y2="63750"/>
                        <a14:foregroundMark x1="45313" y1="63750" x2="45833" y2="64531"/>
                        <a14:foregroundMark x1="41146" y1="28047" x2="39844" y2="60547"/>
                        <a14:foregroundMark x1="39844" y1="60547" x2="53906" y2="70859"/>
                        <a14:foregroundMark x1="53906" y1="70859" x2="76432" y2="72734"/>
                        <a14:foregroundMark x1="76432" y1="72734" x2="90495" y2="64844"/>
                        <a14:foregroundMark x1="90495" y1="64844" x2="89844" y2="49453"/>
                        <a14:foregroundMark x1="89844" y1="49453" x2="85286" y2="40469"/>
                        <a14:foregroundMark x1="85286" y1="40469" x2="57422" y2="16875"/>
                        <a14:foregroundMark x1="49609" y1="13828" x2="49609" y2="13828"/>
                        <a14:foregroundMark x1="7292" y1="73984" x2="8333" y2="81641"/>
                        <a14:foregroundMark x1="8333" y1="81641" x2="17448" y2="87422"/>
                        <a14:foregroundMark x1="17448" y1="87422" x2="50130" y2="88828"/>
                        <a14:foregroundMark x1="50130" y1="88828" x2="61979" y2="87813"/>
                        <a14:foregroundMark x1="61979" y1="87813" x2="75911" y2="83516"/>
                        <a14:foregroundMark x1="75911" y1="83516" x2="84375" y2="78203"/>
                        <a14:foregroundMark x1="84375" y1="78203" x2="80599" y2="70078"/>
                        <a14:foregroundMark x1="80599" y1="70078" x2="70573" y2="60313"/>
                        <a14:foregroundMark x1="85026" y1="8359" x2="59635" y2="3359"/>
                        <a14:foregroundMark x1="59635" y1="3359" x2="47396" y2="2734"/>
                        <a14:foregroundMark x1="47396" y1="2734" x2="24349" y2="6641"/>
                        <a14:foregroundMark x1="24349" y1="6641" x2="19922" y2="9297"/>
                        <a14:foregroundMark x1="58464" y1="74297" x2="41927" y2="71484"/>
                        <a14:foregroundMark x1="41927" y1="71484" x2="19271" y2="56719"/>
                        <a14:foregroundMark x1="19271" y1="56719" x2="15885" y2="38438"/>
                        <a14:foregroundMark x1="15885" y1="38438" x2="24219" y2="24141"/>
                        <a14:foregroundMark x1="24219" y1="24141" x2="24349" y2="24063"/>
                        <a14:foregroundMark x1="8594" y1="83906" x2="11979" y2="91797"/>
                        <a14:foregroundMark x1="11979" y1="91797" x2="52344" y2="98281"/>
                        <a14:foregroundMark x1="52344" y1="98281" x2="76953" y2="94766"/>
                        <a14:foregroundMark x1="76953" y1="94766" x2="86979" y2="90781"/>
                        <a14:foregroundMark x1="86979" y1="90781" x2="89193" y2="83125"/>
                        <a14:foregroundMark x1="89193" y1="83125" x2="85547" y2="70547"/>
                        <a14:foregroundMark x1="24089" y1="11797" x2="49870" y2="12266"/>
                        <a14:foregroundMark x1="49870" y1="12266" x2="62760" y2="22578"/>
                        <a14:foregroundMark x1="62760" y1="22578" x2="67057" y2="35859"/>
                        <a14:foregroundMark x1="67057" y1="35859" x2="63932" y2="47656"/>
                        <a14:foregroundMark x1="63932" y1="47656" x2="49609" y2="59688"/>
                        <a14:foregroundMark x1="49609" y1="59688" x2="37630" y2="59062"/>
                        <a14:foregroundMark x1="37630" y1="59062" x2="21354" y2="54297"/>
                        <a14:foregroundMark x1="21354" y1="54297" x2="17057" y2="16250"/>
                        <a14:foregroundMark x1="17057" y1="16250" x2="19661" y2="7969"/>
                        <a14:foregroundMark x1="19661" y1="7969" x2="21484" y2="7734"/>
                        <a14:foregroundMark x1="78125" y1="5703" x2="26042" y2="5078"/>
                        <a14:foregroundMark x1="26042" y1="5078" x2="15755" y2="8438"/>
                        <a14:foregroundMark x1="15755" y1="8438" x2="7943" y2="23203"/>
                        <a14:foregroundMark x1="7943" y1="23203" x2="13281" y2="53750"/>
                        <a14:foregroundMark x1="13281" y1="53750" x2="10286" y2="61563"/>
                        <a14:foregroundMark x1="10286" y1="61563" x2="11719" y2="88594"/>
                        <a14:foregroundMark x1="11719" y1="88594" x2="39974" y2="96797"/>
                        <a14:foregroundMark x1="39974" y1="96797" x2="67578" y2="96094"/>
                        <a14:foregroundMark x1="67578" y1="96094" x2="90625" y2="90000"/>
                        <a14:foregroundMark x1="90625" y1="90000" x2="92448" y2="81953"/>
                        <a14:foregroundMark x1="92448" y1="81953" x2="87630" y2="65234"/>
                        <a14:foregroundMark x1="87630" y1="65234" x2="90495" y2="46797"/>
                        <a14:foregroundMark x1="90495" y1="46797" x2="82422" y2="11875"/>
                        <a14:foregroundMark x1="82422" y1="11875" x2="78906" y2="7578"/>
                        <a14:foregroundMark x1="86589" y1="15000" x2="91406" y2="22891"/>
                        <a14:foregroundMark x1="91406" y1="22891" x2="78906" y2="25391"/>
                        <a14:foregroundMark x1="78906" y1="25391" x2="77865" y2="24219"/>
                        <a14:foregroundMark x1="76042" y1="4375" x2="62760" y2="1641"/>
                        <a14:foregroundMark x1="62760" y1="1641" x2="47135" y2="2422"/>
                        <a14:foregroundMark x1="47135" y1="2422" x2="36979" y2="5859"/>
                        <a14:foregroundMark x1="36979" y1="5859" x2="53516" y2="7891"/>
                        <a14:foregroundMark x1="15495" y1="93672" x2="54297" y2="95469"/>
                        <a14:foregroundMark x1="54297" y1="95469" x2="68620" y2="94141"/>
                        <a14:foregroundMark x1="68620" y1="94141" x2="60677" y2="87969"/>
                        <a14:foregroundMark x1="60677" y1="87969" x2="52474" y2="87109"/>
                        <a14:foregroundMark x1="25391" y1="3906" x2="49219" y2="1016"/>
                        <a14:foregroundMark x1="49219" y1="1016" x2="60938" y2="1875"/>
                        <a14:foregroundMark x1="60938" y1="1875" x2="67708" y2="4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049237" y="1509460"/>
            <a:ext cx="612435" cy="1020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C755DA-1858-A6BF-7087-E2EE23D5B82D}"/>
              </a:ext>
            </a:extLst>
          </p:cNvPr>
          <p:cNvSpPr txBox="1"/>
          <p:nvPr/>
        </p:nvSpPr>
        <p:spPr>
          <a:xfrm>
            <a:off x="275369" y="28426"/>
            <a:ext cx="6658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 real cats were harmed in the making of this gif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79AADC-CD0A-5DAF-9766-576977484BBE}"/>
              </a:ext>
            </a:extLst>
          </p:cNvPr>
          <p:cNvSpPr txBox="1"/>
          <p:nvPr/>
        </p:nvSpPr>
        <p:spPr>
          <a:xfrm>
            <a:off x="1143000" y="3400173"/>
            <a:ext cx="129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Pretend this is a radioactive atom</a:t>
            </a:r>
          </a:p>
        </p:txBody>
      </p:sp>
      <p:sp>
        <p:nvSpPr>
          <p:cNvPr id="6" name="Bevel 5">
            <a:extLst>
              <a:ext uri="{FF2B5EF4-FFF2-40B4-BE49-F238E27FC236}">
                <a16:creationId xmlns:a16="http://schemas.microsoft.com/office/drawing/2014/main" id="{578BA94B-B797-F62E-7CAF-BB4F2727F089}"/>
              </a:ext>
            </a:extLst>
          </p:cNvPr>
          <p:cNvSpPr/>
          <p:nvPr/>
        </p:nvSpPr>
        <p:spPr>
          <a:xfrm>
            <a:off x="195337" y="518448"/>
            <a:ext cx="6438900" cy="6311126"/>
          </a:xfrm>
          <a:prstGeom prst="bevel">
            <a:avLst/>
          </a:prstGeom>
          <a:solidFill>
            <a:schemeClr val="accent2">
              <a:lumMod val="5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4A926-2F16-0552-7F1D-9361DCC165F5}"/>
              </a:ext>
            </a:extLst>
          </p:cNvPr>
          <p:cNvSpPr txBox="1"/>
          <p:nvPr/>
        </p:nvSpPr>
        <p:spPr>
          <a:xfrm>
            <a:off x="7283260" y="808892"/>
            <a:ext cx="44147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</a:rPr>
              <a:t>When unobserved, the cat is considered simultaneously alive and dead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6F0E5-C27D-D468-E3B4-8C404F449499}"/>
              </a:ext>
            </a:extLst>
          </p:cNvPr>
          <p:cNvSpPr txBox="1"/>
          <p:nvPr/>
        </p:nvSpPr>
        <p:spPr>
          <a:xfrm>
            <a:off x="10949354" y="58366"/>
            <a:ext cx="328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PLAD5</a:t>
            </a:r>
          </a:p>
        </p:txBody>
      </p:sp>
    </p:spTree>
    <p:extLst>
      <p:ext uri="{BB962C8B-B14F-4D97-AF65-F5344CB8AC3E}">
        <p14:creationId xmlns:p14="http://schemas.microsoft.com/office/powerpoint/2010/main" val="244073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78 -0.00277 L 0.5099 -0.28333 L 0.5099 -0.2831 C 0.57669 -0.23981 0.84701 -0.22199 0.91003 -0.02222 C 0.97305 0.17732 0.91419 0.87848 0.88815 0.91389 C 0.86211 0.94908 0.75104 0.30093 0.75365 0.18866 C 0.75625 0.07686 0.88268 0.18866 0.90378 0.24167 C 0.92487 0.29445 0.93555 0.55047 0.88034 0.50556 C 0.82513 0.45996 0.65612 0.05371 0.57253 -0.03055 C 0.48893 -0.11481 0.43138 -0.078 0.37852 -4.44444E-6 C 0.32617 0.07778 0.27891 0.33357 0.25664 0.43588 C 0.23451 0.53843 0.2457 0.58612 0.24596 0.61389 " pathEditMode="fixed" rAng="0" ptsTypes="AAAAAAAAAAAA">
                                      <p:cBhvr>
                                        <p:cTn id="1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612" y="31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mph" presetSubtype="0" grpId="1" nodeType="afterEffect">
                                  <p:stCondLst>
                                    <p:cond delay="60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6" grpId="0" animBg="1"/>
      <p:bldP spid="6" grpId="1" animBg="1"/>
      <p:bldP spid="8" grpId="0"/>
      <p:bldP spid="8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1093</TotalTime>
  <Words>29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Avenir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Pia Bharat Lad</dc:creator>
  <cp:lastModifiedBy>Pia Bharat Lad</cp:lastModifiedBy>
  <cp:revision>1</cp:revision>
  <dcterms:created xsi:type="dcterms:W3CDTF">2024-11-25T04:25:05Z</dcterms:created>
  <dcterms:modified xsi:type="dcterms:W3CDTF">2024-11-26T18:45:42Z</dcterms:modified>
</cp:coreProperties>
</file>